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Garamond" pitchFamily="18" charset="0"/>
      <p:regular r:id="rId14"/>
      <p:bold r:id="rId15"/>
      <p:italic r:id="rId16"/>
    </p:embeddedFont>
    <p:embeddedFont>
      <p:font typeface="Oswald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6sIpfbBRMJiHKANEKy+deDLR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3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54891" y="171588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</a:t>
            </a:r>
            <a:r>
              <a:rPr lang="en-US" sz="4000" b="1" dirty="0" smtClean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endParaRPr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endParaRPr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endParaRPr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Software/Hardware</a:t>
            </a:r>
            <a:endParaRPr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(Registered on portal)</a:t>
            </a: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-1" y="2064921"/>
            <a:ext cx="12191999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lang="en-US" sz="3200" b="1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(Describe your Idea/Solution/Prototype)</a:t>
            </a:r>
            <a:endParaRPr sz="32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2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609600" y="2533653"/>
            <a:ext cx="9385300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3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4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/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5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609600" y="2795263"/>
            <a:ext cx="93853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6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7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DAE5F1"/>
          </a:solidFill>
          <a:ln w="3810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making the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changing the idea details pointers (mentioned in previous slides).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and upload the same on portal. No PPT, Word Doc or any other format will be supported.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SIH portal.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Garamond</vt:lpstr>
      <vt:lpstr>Oswald</vt:lpstr>
      <vt:lpstr>Noto Sans Symbols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Crowdfunder</dc:creator>
  <cp:lastModifiedBy>DELL</cp:lastModifiedBy>
  <cp:revision>3</cp:revision>
  <dcterms:created xsi:type="dcterms:W3CDTF">2013-12-12T18:46:50Z</dcterms:created>
  <dcterms:modified xsi:type="dcterms:W3CDTF">2026-08-20T05:29:49Z</dcterms:modified>
</cp:coreProperties>
</file>